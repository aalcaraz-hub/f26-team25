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3" r:id="rId4"/>
  </p:sldMasterIdLst>
  <p:sldIdLst>
    <p:sldId id="256" r:id="rId5"/>
    <p:sldId id="257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39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" y="5176159"/>
            <a:ext cx="11640312" cy="84549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313" y="5980176"/>
            <a:ext cx="11612880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50AF6FA-7D1D-1351-A76E-43C54D28FD6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11649456" cy="4853814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91657"/>
            <a:ext cx="2805405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37848" y="6391657"/>
            <a:ext cx="3494314" cy="330466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effectLst/>
              </a:defRPr>
            </a:lvl1pPr>
          </a:lstStyle>
          <a:p>
            <a:fld id="{FA816709-C6B2-4C70-897E-45A3EAA0CEE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391657"/>
            <a:ext cx="429207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9EFB7FE3-26DC-4D36-9F66-1C1D16236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1963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16709-C6B2-4C70-897E-45A3EAA0CEE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B7FE3-26DC-4D36-9F66-1C1D16236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585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0262" y="208754"/>
            <a:ext cx="4066072" cy="372593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8729" y="4846320"/>
            <a:ext cx="4066072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34108-77F2-43A6-38EF-C1CDEDD103C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699"/>
            <a:ext cx="7238998" cy="6322891"/>
          </a:xfrm>
          <a:custGeom>
            <a:avLst/>
            <a:gdLst>
              <a:gd name="connsiteX0" fmla="*/ 291359 w 7238998"/>
              <a:gd name="connsiteY0" fmla="*/ 0 h 6322891"/>
              <a:gd name="connsiteX1" fmla="*/ 6947639 w 7238998"/>
              <a:gd name="connsiteY1" fmla="*/ 0 h 6322891"/>
              <a:gd name="connsiteX2" fmla="*/ 7238998 w 7238998"/>
              <a:gd name="connsiteY2" fmla="*/ 291359 h 6322891"/>
              <a:gd name="connsiteX3" fmla="*/ 7238998 w 7238998"/>
              <a:gd name="connsiteY3" fmla="*/ 6031532 h 6322891"/>
              <a:gd name="connsiteX4" fmla="*/ 6947639 w 7238998"/>
              <a:gd name="connsiteY4" fmla="*/ 6322891 h 6322891"/>
              <a:gd name="connsiteX5" fmla="*/ 291359 w 7238998"/>
              <a:gd name="connsiteY5" fmla="*/ 6322891 h 6322891"/>
              <a:gd name="connsiteX6" fmla="*/ 0 w 7238998"/>
              <a:gd name="connsiteY6" fmla="*/ 6031532 h 6322891"/>
              <a:gd name="connsiteX7" fmla="*/ 0 w 7238998"/>
              <a:gd name="connsiteY7" fmla="*/ 291359 h 6322891"/>
              <a:gd name="connsiteX8" fmla="*/ 291359 w 7238998"/>
              <a:gd name="connsiteY8" fmla="*/ 0 h 632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38998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66481" y="639165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9165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FA816709-C6B2-4C70-897E-45A3EAA0CEE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88837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FB7FE3-26DC-4D36-9F66-1C1D16236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1565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8598" y="1529542"/>
            <a:ext cx="8154804" cy="2323883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715" y="4053504"/>
            <a:ext cx="5970570" cy="107267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A816709-C6B2-4C70-897E-45A3EAA0CEE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FB7FE3-26DC-4D36-9F66-1C1D16236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080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29" y="3200400"/>
            <a:ext cx="9002895" cy="3582184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4" y="14121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14121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A816709-C6B2-4C70-897E-45A3EAA0CEE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141216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FB7FE3-26DC-4D36-9F66-1C1D16236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9813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15" y="189689"/>
            <a:ext cx="11341905" cy="1629485"/>
          </a:xfrm>
        </p:spPr>
        <p:txBody>
          <a:bodyPr anchor="t">
            <a:normAutofit/>
          </a:bodyPr>
          <a:lstStyle>
            <a:lvl1pPr>
              <a:defRPr sz="76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2362200"/>
            <a:ext cx="5829300" cy="3810000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sz="16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600" dirty="0"/>
            </a:lvl4pPr>
            <a:lvl5pPr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16709-C6B2-4C70-897E-45A3EAA0CEE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B7FE3-26DC-4D36-9F66-1C1D16236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3205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4061862"/>
            <a:ext cx="5913120" cy="2268359"/>
          </a:xfrm>
        </p:spPr>
        <p:txBody>
          <a:bodyPr anchor="t">
            <a:normAutofit/>
          </a:bodyPr>
          <a:lstStyle>
            <a:lvl1pPr>
              <a:defRPr sz="5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88BC23C-4171-DFCF-3175-10D2602FF56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74320" y="268508"/>
            <a:ext cx="11649456" cy="3609085"/>
          </a:xfrm>
          <a:custGeom>
            <a:avLst/>
            <a:gdLst>
              <a:gd name="connsiteX0" fmla="*/ 283385 w 11658600"/>
              <a:gd name="connsiteY0" fmla="*/ 0 h 3609085"/>
              <a:gd name="connsiteX1" fmla="*/ 11375215 w 11658600"/>
              <a:gd name="connsiteY1" fmla="*/ 0 h 3609085"/>
              <a:gd name="connsiteX2" fmla="*/ 11658600 w 11658600"/>
              <a:gd name="connsiteY2" fmla="*/ 283385 h 3609085"/>
              <a:gd name="connsiteX3" fmla="*/ 11658600 w 11658600"/>
              <a:gd name="connsiteY3" fmla="*/ 3325700 h 3609085"/>
              <a:gd name="connsiteX4" fmla="*/ 11375215 w 11658600"/>
              <a:gd name="connsiteY4" fmla="*/ 3609085 h 3609085"/>
              <a:gd name="connsiteX5" fmla="*/ 283385 w 11658600"/>
              <a:gd name="connsiteY5" fmla="*/ 3609085 h 3609085"/>
              <a:gd name="connsiteX6" fmla="*/ 0 w 11658600"/>
              <a:gd name="connsiteY6" fmla="*/ 3325700 h 3609085"/>
              <a:gd name="connsiteX7" fmla="*/ 0 w 11658600"/>
              <a:gd name="connsiteY7" fmla="*/ 283385 h 3609085"/>
              <a:gd name="connsiteX8" fmla="*/ 283385 w 11658600"/>
              <a:gd name="connsiteY8" fmla="*/ 0 h 3609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8600" h="3609085">
                <a:moveTo>
                  <a:pt x="283385" y="0"/>
                </a:moveTo>
                <a:lnTo>
                  <a:pt x="11375215" y="0"/>
                </a:lnTo>
                <a:cubicBezTo>
                  <a:pt x="11531724" y="0"/>
                  <a:pt x="11658600" y="126876"/>
                  <a:pt x="11658600" y="283385"/>
                </a:cubicBezTo>
                <a:lnTo>
                  <a:pt x="11658600" y="3325700"/>
                </a:lnTo>
                <a:cubicBezTo>
                  <a:pt x="11658600" y="3482209"/>
                  <a:pt x="11531724" y="3609085"/>
                  <a:pt x="11375215" y="3609085"/>
                </a:cubicBezTo>
                <a:lnTo>
                  <a:pt x="283385" y="3609085"/>
                </a:lnTo>
                <a:cubicBezTo>
                  <a:pt x="126876" y="3609085"/>
                  <a:pt x="0" y="3482209"/>
                  <a:pt x="0" y="3325700"/>
                </a:cubicBezTo>
                <a:lnTo>
                  <a:pt x="0" y="283385"/>
                </a:lnTo>
                <a:cubicBezTo>
                  <a:pt x="0" y="126876"/>
                  <a:pt x="126876" y="0"/>
                  <a:pt x="28338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15973" y="4039118"/>
            <a:ext cx="4419601" cy="2268360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400" dirty="0"/>
            </a:lvl1pPr>
            <a:lvl2pPr marL="571500" indent="-342900">
              <a:buFont typeface="+mj-lt"/>
              <a:buAutoNum type="arabicPeriod"/>
              <a:defRPr lang="en-US" sz="1400" dirty="0"/>
            </a:lvl2pPr>
            <a:lvl3pPr marL="800100" indent="-342900">
              <a:buFont typeface="+mj-lt"/>
              <a:buAutoNum type="arabicPeriod"/>
              <a:defRPr lang="en-US" sz="14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7737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16709-C6B2-4C70-897E-45A3EAA0CEE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B7FE3-26DC-4D36-9F66-1C1D16236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3569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131" y="1638299"/>
            <a:ext cx="3314700" cy="3873268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1019" y="1638299"/>
            <a:ext cx="6080760" cy="387326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16709-C6B2-4C70-897E-45A3EAA0CEE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B7FE3-26DC-4D36-9F66-1C1D16236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677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310394" cy="4058127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72674" y="266700"/>
            <a:ext cx="7688495" cy="604783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16709-C6B2-4C70-897E-45A3EAA0CEE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B7FE3-26DC-4D36-9F66-1C1D16236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499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525" y="219456"/>
            <a:ext cx="6376547" cy="106600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C455FC9-9346-2F53-C58C-5C64036CD9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4419600" cy="6325969"/>
          </a:xfrm>
          <a:custGeom>
            <a:avLst/>
            <a:gdLst>
              <a:gd name="connsiteX0" fmla="*/ 300746 w 4381500"/>
              <a:gd name="connsiteY0" fmla="*/ 0 h 6290961"/>
              <a:gd name="connsiteX1" fmla="*/ 4080754 w 4381500"/>
              <a:gd name="connsiteY1" fmla="*/ 0 h 6290961"/>
              <a:gd name="connsiteX2" fmla="*/ 4381500 w 4381500"/>
              <a:gd name="connsiteY2" fmla="*/ 300746 h 6290961"/>
              <a:gd name="connsiteX3" fmla="*/ 4381500 w 4381500"/>
              <a:gd name="connsiteY3" fmla="*/ 5990215 h 6290961"/>
              <a:gd name="connsiteX4" fmla="*/ 4080754 w 4381500"/>
              <a:gd name="connsiteY4" fmla="*/ 6290961 h 6290961"/>
              <a:gd name="connsiteX5" fmla="*/ 300746 w 4381500"/>
              <a:gd name="connsiteY5" fmla="*/ 6290961 h 6290961"/>
              <a:gd name="connsiteX6" fmla="*/ 0 w 4381500"/>
              <a:gd name="connsiteY6" fmla="*/ 5990215 h 6290961"/>
              <a:gd name="connsiteX7" fmla="*/ 0 w 4381500"/>
              <a:gd name="connsiteY7" fmla="*/ 300746 h 6290961"/>
              <a:gd name="connsiteX8" fmla="*/ 300746 w 4381500"/>
              <a:gd name="connsiteY8" fmla="*/ 0 h 6290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1500" h="6290961">
                <a:moveTo>
                  <a:pt x="300746" y="0"/>
                </a:moveTo>
                <a:lnTo>
                  <a:pt x="4080754" y="0"/>
                </a:lnTo>
                <a:cubicBezTo>
                  <a:pt x="4246851" y="0"/>
                  <a:pt x="4381500" y="134649"/>
                  <a:pt x="4381500" y="300746"/>
                </a:cubicBezTo>
                <a:lnTo>
                  <a:pt x="4381500" y="5990215"/>
                </a:lnTo>
                <a:cubicBezTo>
                  <a:pt x="4381500" y="6156312"/>
                  <a:pt x="4246851" y="6290961"/>
                  <a:pt x="4080754" y="6290961"/>
                </a:cubicBezTo>
                <a:lnTo>
                  <a:pt x="300746" y="6290961"/>
                </a:lnTo>
                <a:cubicBezTo>
                  <a:pt x="134649" y="6290961"/>
                  <a:pt x="0" y="6156312"/>
                  <a:pt x="0" y="5990215"/>
                </a:cubicBezTo>
                <a:lnTo>
                  <a:pt x="0" y="300746"/>
                </a:lnTo>
                <a:cubicBezTo>
                  <a:pt x="0" y="134649"/>
                  <a:pt x="134649" y="0"/>
                  <a:pt x="3007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9526" y="1285462"/>
            <a:ext cx="6376546" cy="4986355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19526" y="6387737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A816709-C6B2-4C70-897E-45A3EAA0CEE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B7FE3-26DC-4D36-9F66-1C1D16236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14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702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FC55F3DB-E75F-ADDF-8222-D3F62F2CCE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4 h 6320854"/>
              <a:gd name="connsiteX10" fmla="*/ 105939 w 3675888"/>
              <a:gd name="connsiteY10" fmla="*/ 6252721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7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4"/>
                </a:lnTo>
                <a:lnTo>
                  <a:pt x="105939" y="6252721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7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8702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8702" y="6382981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A816709-C6B2-4C70-897E-45A3EAA0CEE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B7FE3-26DC-4D36-9F66-1C1D16236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494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2981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92093" y="6387128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A816709-C6B2-4C70-897E-45A3EAA0CEE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4177" y="6387128"/>
            <a:ext cx="457200" cy="338328"/>
          </a:xfrm>
        </p:spPr>
        <p:txBody>
          <a:bodyPr/>
          <a:lstStyle/>
          <a:p>
            <a:fld id="{9EFB7FE3-26DC-4D36-9F66-1C1D1623642D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47C8A4F-E753-8148-3650-49C421EB54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49412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3 h 6320854"/>
              <a:gd name="connsiteX10" fmla="*/ 105939 w 3675888"/>
              <a:gd name="connsiteY10" fmla="*/ 6252722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8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3"/>
                </a:lnTo>
                <a:lnTo>
                  <a:pt x="105939" y="6252722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8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505112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5" y="219456"/>
            <a:ext cx="4717429" cy="11808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5" y="1400344"/>
            <a:ext cx="4729045" cy="4871473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88172" y="6390795"/>
            <a:ext cx="1298784" cy="338328"/>
          </a:xfrm>
        </p:spPr>
        <p:txBody>
          <a:bodyPr/>
          <a:lstStyle/>
          <a:p>
            <a:fld id="{FA816709-C6B2-4C70-897E-45A3EAA0CEE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86956" y="6390795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EFB7FE3-26DC-4D36-9F66-1C1D1623642D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00703" y="266700"/>
            <a:ext cx="6324469" cy="6324600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849381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220869"/>
            <a:ext cx="3208020" cy="308863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86300" y="266700"/>
            <a:ext cx="3500538" cy="63246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61087" y="220870"/>
            <a:ext cx="3200400" cy="6055554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16709-C6B2-4C70-897E-45A3EAA0CEE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EFB7FE3-26DC-4D36-9F66-1C1D16236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8096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3755" y="219456"/>
            <a:ext cx="3891435" cy="122533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3BE62AC-2855-BB28-0282-25CA658273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0473" y="265176"/>
            <a:ext cx="6984636" cy="6327648"/>
          </a:xfrm>
          <a:custGeom>
            <a:avLst/>
            <a:gdLst>
              <a:gd name="connsiteX0" fmla="*/ 302565 w 7228936"/>
              <a:gd name="connsiteY0" fmla="*/ 0 h 6316602"/>
              <a:gd name="connsiteX1" fmla="*/ 6926371 w 7228936"/>
              <a:gd name="connsiteY1" fmla="*/ 0 h 6316602"/>
              <a:gd name="connsiteX2" fmla="*/ 7228936 w 7228936"/>
              <a:gd name="connsiteY2" fmla="*/ 302565 h 6316602"/>
              <a:gd name="connsiteX3" fmla="*/ 7228936 w 7228936"/>
              <a:gd name="connsiteY3" fmla="*/ 6014037 h 6316602"/>
              <a:gd name="connsiteX4" fmla="*/ 6926371 w 7228936"/>
              <a:gd name="connsiteY4" fmla="*/ 6316602 h 6316602"/>
              <a:gd name="connsiteX5" fmla="*/ 302565 w 7228936"/>
              <a:gd name="connsiteY5" fmla="*/ 6316602 h 6316602"/>
              <a:gd name="connsiteX6" fmla="*/ 0 w 7228936"/>
              <a:gd name="connsiteY6" fmla="*/ 6014037 h 6316602"/>
              <a:gd name="connsiteX7" fmla="*/ 0 w 7228936"/>
              <a:gd name="connsiteY7" fmla="*/ 302565 h 6316602"/>
              <a:gd name="connsiteX8" fmla="*/ 302565 w 7228936"/>
              <a:gd name="connsiteY8" fmla="*/ 0 h 63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28936" h="6316602">
                <a:moveTo>
                  <a:pt x="302565" y="0"/>
                </a:moveTo>
                <a:lnTo>
                  <a:pt x="6926371" y="0"/>
                </a:lnTo>
                <a:cubicBezTo>
                  <a:pt x="7093473" y="0"/>
                  <a:pt x="7228936" y="135463"/>
                  <a:pt x="7228936" y="302565"/>
                </a:cubicBezTo>
                <a:lnTo>
                  <a:pt x="7228936" y="6014037"/>
                </a:lnTo>
                <a:cubicBezTo>
                  <a:pt x="7228936" y="6181139"/>
                  <a:pt x="7093473" y="6316602"/>
                  <a:pt x="6926371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13753" y="1435652"/>
            <a:ext cx="3891435" cy="483386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15079" y="6387128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A816709-C6B2-4C70-897E-45A3EAA0CEE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B7FE3-26DC-4D36-9F66-1C1D16236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7435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219456"/>
            <a:ext cx="3234982" cy="157721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4" y="1796675"/>
            <a:ext cx="3234982" cy="447147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5" y="6387128"/>
            <a:ext cx="209577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06416" y="6390795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A816709-C6B2-4C70-897E-45A3EAA0CEE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8500" y="6390795"/>
            <a:ext cx="457200" cy="338328"/>
          </a:xfrm>
        </p:spPr>
        <p:txBody>
          <a:bodyPr/>
          <a:lstStyle/>
          <a:p>
            <a:fld id="{9EFB7FE3-26DC-4D36-9F66-1C1D1623642D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65783" y="265176"/>
            <a:ext cx="7959517" cy="6327648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628837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78" y="216452"/>
            <a:ext cx="3381587" cy="221352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2400" y="177492"/>
            <a:ext cx="7962900" cy="22860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5878" y="2513464"/>
            <a:ext cx="280540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30339" y="2516244"/>
            <a:ext cx="1284010" cy="338328"/>
          </a:xfrm>
        </p:spPr>
        <p:txBody>
          <a:bodyPr/>
          <a:lstStyle/>
          <a:p>
            <a:fld id="{FA816709-C6B2-4C70-897E-45A3EAA0CEE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5" y="2513464"/>
            <a:ext cx="449306" cy="338328"/>
          </a:xfrm>
        </p:spPr>
        <p:txBody>
          <a:bodyPr/>
          <a:lstStyle/>
          <a:p>
            <a:fld id="{9EFB7FE3-26DC-4D36-9F66-1C1D1623642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56056E-3484-D9D0-95D5-818FF4C3C8D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935280"/>
            <a:ext cx="11651080" cy="3656020"/>
          </a:xfrm>
          <a:custGeom>
            <a:avLst/>
            <a:gdLst>
              <a:gd name="connsiteX0" fmla="*/ 298989 w 11651080"/>
              <a:gd name="connsiteY0" fmla="*/ 0 h 3656020"/>
              <a:gd name="connsiteX1" fmla="*/ 11352091 w 11651080"/>
              <a:gd name="connsiteY1" fmla="*/ 0 h 3656020"/>
              <a:gd name="connsiteX2" fmla="*/ 11651080 w 11651080"/>
              <a:gd name="connsiteY2" fmla="*/ 298989 h 3656020"/>
              <a:gd name="connsiteX3" fmla="*/ 11651080 w 11651080"/>
              <a:gd name="connsiteY3" fmla="*/ 3357031 h 3656020"/>
              <a:gd name="connsiteX4" fmla="*/ 11352091 w 11651080"/>
              <a:gd name="connsiteY4" fmla="*/ 3656020 h 3656020"/>
              <a:gd name="connsiteX5" fmla="*/ 298989 w 11651080"/>
              <a:gd name="connsiteY5" fmla="*/ 3656020 h 3656020"/>
              <a:gd name="connsiteX6" fmla="*/ 0 w 11651080"/>
              <a:gd name="connsiteY6" fmla="*/ 3357031 h 3656020"/>
              <a:gd name="connsiteX7" fmla="*/ 0 w 11651080"/>
              <a:gd name="connsiteY7" fmla="*/ 298989 h 3656020"/>
              <a:gd name="connsiteX8" fmla="*/ 298989 w 11651080"/>
              <a:gd name="connsiteY8" fmla="*/ 0 h 365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3656020">
                <a:moveTo>
                  <a:pt x="298989" y="0"/>
                </a:moveTo>
                <a:lnTo>
                  <a:pt x="11352091" y="0"/>
                </a:lnTo>
                <a:cubicBezTo>
                  <a:pt x="11517218" y="0"/>
                  <a:pt x="11651080" y="133862"/>
                  <a:pt x="11651080" y="298989"/>
                </a:cubicBezTo>
                <a:lnTo>
                  <a:pt x="11651080" y="3357031"/>
                </a:lnTo>
                <a:cubicBezTo>
                  <a:pt x="11651080" y="3522158"/>
                  <a:pt x="11517218" y="3656020"/>
                  <a:pt x="11352091" y="3656020"/>
                </a:cubicBezTo>
                <a:lnTo>
                  <a:pt x="298989" y="3656020"/>
                </a:lnTo>
                <a:cubicBezTo>
                  <a:pt x="133862" y="3656020"/>
                  <a:pt x="0" y="3522158"/>
                  <a:pt x="0" y="3357031"/>
                </a:cubicBezTo>
                <a:lnTo>
                  <a:pt x="0" y="298989"/>
                </a:lnTo>
                <a:cubicBezTo>
                  <a:pt x="0" y="133862"/>
                  <a:pt x="133862" y="0"/>
                  <a:pt x="29898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458466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2641" cy="314501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95997E6-BE07-E83F-D207-0CADA004E02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00500" y="265332"/>
            <a:ext cx="7924800" cy="3095837"/>
          </a:xfrm>
          <a:custGeom>
            <a:avLst/>
            <a:gdLst>
              <a:gd name="connsiteX0" fmla="*/ 282309 w 8229600"/>
              <a:gd name="connsiteY0" fmla="*/ 0 h 3095837"/>
              <a:gd name="connsiteX1" fmla="*/ 7947291 w 8229600"/>
              <a:gd name="connsiteY1" fmla="*/ 0 h 3095837"/>
              <a:gd name="connsiteX2" fmla="*/ 8229600 w 8229600"/>
              <a:gd name="connsiteY2" fmla="*/ 282309 h 3095837"/>
              <a:gd name="connsiteX3" fmla="*/ 8229600 w 8229600"/>
              <a:gd name="connsiteY3" fmla="*/ 2813528 h 3095837"/>
              <a:gd name="connsiteX4" fmla="*/ 7947291 w 8229600"/>
              <a:gd name="connsiteY4" fmla="*/ 3095837 h 3095837"/>
              <a:gd name="connsiteX5" fmla="*/ 282309 w 8229600"/>
              <a:gd name="connsiteY5" fmla="*/ 3095837 h 3095837"/>
              <a:gd name="connsiteX6" fmla="*/ 0 w 8229600"/>
              <a:gd name="connsiteY6" fmla="*/ 2813528 h 3095837"/>
              <a:gd name="connsiteX7" fmla="*/ 0 w 8229600"/>
              <a:gd name="connsiteY7" fmla="*/ 282309 h 3095837"/>
              <a:gd name="connsiteX8" fmla="*/ 282309 w 8229600"/>
              <a:gd name="connsiteY8" fmla="*/ 0 h 3095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3095837">
                <a:moveTo>
                  <a:pt x="282309" y="0"/>
                </a:moveTo>
                <a:lnTo>
                  <a:pt x="7947291" y="0"/>
                </a:lnTo>
                <a:cubicBezTo>
                  <a:pt x="8103206" y="0"/>
                  <a:pt x="8229600" y="126394"/>
                  <a:pt x="8229600" y="282309"/>
                </a:cubicBezTo>
                <a:lnTo>
                  <a:pt x="8229600" y="2813528"/>
                </a:lnTo>
                <a:cubicBezTo>
                  <a:pt x="8229600" y="2969443"/>
                  <a:pt x="8103206" y="3095837"/>
                  <a:pt x="7947291" y="3095837"/>
                </a:cubicBezTo>
                <a:lnTo>
                  <a:pt x="282309" y="3095837"/>
                </a:lnTo>
                <a:cubicBezTo>
                  <a:pt x="126394" y="3095837"/>
                  <a:pt x="0" y="2969443"/>
                  <a:pt x="0" y="2813528"/>
                </a:cubicBezTo>
                <a:lnTo>
                  <a:pt x="0" y="282309"/>
                </a:lnTo>
                <a:cubicBezTo>
                  <a:pt x="0" y="126394"/>
                  <a:pt x="126394" y="0"/>
                  <a:pt x="2823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14565" y="3543597"/>
            <a:ext cx="8010734" cy="28435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16709-C6B2-4C70-897E-45A3EAA0CEE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B7FE3-26DC-4D36-9F66-1C1D16236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1759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31821" y="760151"/>
            <a:ext cx="9728359" cy="4233673"/>
          </a:xfrm>
          <a:prstGeom prst="roundRect">
            <a:avLst>
              <a:gd name="adj" fmla="val 7502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76" y="5255159"/>
            <a:ext cx="9299448" cy="1025326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6276" y="1293091"/>
            <a:ext cx="9299448" cy="394392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260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16709-C6B2-4C70-897E-45A3EAA0CEE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B7FE3-26DC-4D36-9F66-1C1D16236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5351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880" y="173736"/>
            <a:ext cx="10475499" cy="485065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600" b="0" cap="none" spc="-50" baseline="0"/>
            </a:lvl1pPr>
            <a:lvl2pPr marL="228600" indent="0">
              <a:lnSpc>
                <a:spcPct val="90000"/>
              </a:lnSpc>
              <a:buNone/>
              <a:defRPr sz="6600" b="0" cap="none" spc="-50" baseline="0"/>
            </a:lvl2pPr>
            <a:lvl3pPr marL="457200" indent="0">
              <a:lnSpc>
                <a:spcPct val="90000"/>
              </a:lnSpc>
              <a:buNone/>
              <a:defRPr sz="6000" b="0" cap="none" spc="-50" baseline="0"/>
            </a:lvl3pPr>
            <a:lvl4pPr marL="685800" indent="0">
              <a:lnSpc>
                <a:spcPct val="90000"/>
              </a:lnSpc>
              <a:buNone/>
              <a:defRPr sz="5400" b="0" cap="none" spc="-50" baseline="0"/>
            </a:lvl4pPr>
            <a:lvl5pPr marL="914400" indent="0">
              <a:lnSpc>
                <a:spcPct val="90000"/>
              </a:lnSpc>
              <a:buNone/>
              <a:defRPr sz="4800" b="0" cap="none" spc="-50" baseline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16709-C6B2-4C70-897E-45A3EAA0CEE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B7FE3-26DC-4D36-9F66-1C1D16236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8728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8784" y="5029200"/>
            <a:ext cx="9198864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88784" y="1115568"/>
            <a:ext cx="9198864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16709-C6B2-4C70-897E-45A3EAA0CEE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B7FE3-26DC-4D36-9F66-1C1D16236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6688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1326704" cy="10415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2E940BF-81C2-1FFB-391F-670B2E738E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2880" y="1645920"/>
            <a:ext cx="5420409" cy="4741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B763AB3-1DFB-9F9F-2339-33F3C49C8C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8400" y="1645920"/>
            <a:ext cx="5261184" cy="4741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16709-C6B2-4C70-897E-45A3EAA0CEE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B7FE3-26DC-4D36-9F66-1C1D16236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850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86" y="219456"/>
            <a:ext cx="11274552" cy="7898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185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6A39E64-722E-F001-F641-974F5225314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1631" y="1649451"/>
            <a:ext cx="521208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352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B9C0BFD-5C7B-FA0D-DCE8-95D24728FEB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5352" y="1649451"/>
            <a:ext cx="521208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16709-C6B2-4C70-897E-45A3EAA0CEE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B7FE3-26DC-4D36-9F66-1C1D16236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7979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16709-C6B2-4C70-897E-45A3EAA0CEE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B7FE3-26DC-4D36-9F66-1C1D16236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1009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16709-C6B2-4C70-897E-45A3EAA0CEE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B7FE3-26DC-4D36-9F66-1C1D16236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0014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61" y="207228"/>
            <a:ext cx="11001943" cy="1790700"/>
          </a:xfrm>
        </p:spPr>
        <p:txBody>
          <a:bodyPr anchor="t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22195" y="3264408"/>
            <a:ext cx="10147610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16709-C6B2-4C70-897E-45A3EAA0CEE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B7FE3-26DC-4D36-9F66-1C1D16236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4807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580" y="1089247"/>
            <a:ext cx="6360840" cy="2171716"/>
          </a:xfrm>
        </p:spPr>
        <p:txBody>
          <a:bodyPr anchor="b">
            <a:noAutofit/>
          </a:bodyPr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22864" y="3499880"/>
            <a:ext cx="5543550" cy="177165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600" dirty="0"/>
            </a:lvl1pPr>
            <a:lvl2pPr marL="228600" indent="0" algn="ctr">
              <a:buNone/>
              <a:defRPr lang="en-US" sz="1600" dirty="0"/>
            </a:lvl2pPr>
            <a:lvl3pPr marL="457200" indent="0" algn="ctr">
              <a:buNone/>
              <a:defRPr lang="en-US" sz="1600" dirty="0"/>
            </a:lvl3pPr>
            <a:lvl4pPr marL="685800" indent="0" algn="ctr">
              <a:buNone/>
              <a:defRPr lang="en-US" sz="1600" dirty="0"/>
            </a:lvl4pPr>
            <a:lvl5pPr marL="914400" indent="0" algn="ctr">
              <a:buNone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16709-C6B2-4C70-897E-45A3EAA0CEE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B7FE3-26DC-4D36-9F66-1C1D16236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0849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A816709-C6B2-4C70-897E-45A3EAA0CEE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FB7FE3-26DC-4D36-9F66-1C1D16236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9659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969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1183206"/>
            <a:ext cx="10835640" cy="5088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704" y="6387128"/>
            <a:ext cx="2703777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7500" y="6387128"/>
            <a:ext cx="10320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FA816709-C6B2-4C70-897E-45A3EAA0CEE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9584" y="6387128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9EFB7FE3-26DC-4D36-9F66-1C1D16236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724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  <p:sldLayoutId id="2147483859" r:id="rId6"/>
    <p:sldLayoutId id="2147483860" r:id="rId7"/>
    <p:sldLayoutId id="2147483861" r:id="rId8"/>
    <p:sldLayoutId id="2147483862" r:id="rId9"/>
    <p:sldLayoutId id="2147483863" r:id="rId10"/>
    <p:sldLayoutId id="2147483864" r:id="rId11"/>
    <p:sldLayoutId id="2147483865" r:id="rId12"/>
    <p:sldLayoutId id="2147483866" r:id="rId13"/>
    <p:sldLayoutId id="2147483867" r:id="rId14"/>
    <p:sldLayoutId id="2147483868" r:id="rId15"/>
    <p:sldLayoutId id="2147483869" r:id="rId16"/>
    <p:sldLayoutId id="2147483870" r:id="rId17"/>
    <p:sldLayoutId id="2147483871" r:id="rId18"/>
    <p:sldLayoutId id="2147483872" r:id="rId19"/>
    <p:sldLayoutId id="2147483873" r:id="rId20"/>
    <p:sldLayoutId id="2147483874" r:id="rId21"/>
    <p:sldLayoutId id="2147483875" r:id="rId22"/>
    <p:sldLayoutId id="2147483876" r:id="rId23"/>
    <p:sldLayoutId id="2147483877" r:id="rId24"/>
    <p:sldLayoutId id="2147483878" r:id="rId25"/>
    <p:sldLayoutId id="2147483879" r:id="rId26"/>
    <p:sldLayoutId id="2147483880" r:id="rId27"/>
    <p:sldLayoutId id="2147483881" r:id="rId28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01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68">
          <p15:clr>
            <a:srgbClr val="F26B43"/>
          </p15:clr>
        </p15:guide>
        <p15:guide id="4" orient="horz" pos="168">
          <p15:clr>
            <a:srgbClr val="F26B43"/>
          </p15:clr>
        </p15:guide>
        <p15:guide id="5" pos="7512">
          <p15:clr>
            <a:srgbClr val="F26B43"/>
          </p15:clr>
        </p15:guide>
        <p15:guide id="6" orient="horz" pos="4152">
          <p15:clr>
            <a:srgbClr val="F26B43"/>
          </p15:clr>
        </p15:guide>
        <p15:guide id="12" pos="4728">
          <p15:clr>
            <a:srgbClr val="F26B43"/>
          </p15:clr>
        </p15:guide>
        <p15:guide id="13" pos="5328">
          <p15:clr>
            <a:srgbClr val="F26B43"/>
          </p15:clr>
        </p15:guide>
        <p15:guide id="26" pos="2952">
          <p15:clr>
            <a:srgbClr val="F26B43"/>
          </p15:clr>
        </p15:guide>
        <p15:guide id="27" pos="3096">
          <p15:clr>
            <a:srgbClr val="F26B43"/>
          </p15:clr>
        </p15:guide>
        <p15:guide id="29" pos="4128">
          <p15:clr>
            <a:srgbClr val="F26B43"/>
          </p15:clr>
        </p15:guide>
        <p15:guide id="30" pos="1392">
          <p15:clr>
            <a:srgbClr val="F26B43"/>
          </p15:clr>
        </p15:guide>
        <p15:guide id="3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4F8DA-EDFD-AD01-83ED-5CDAE4F6D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3714"/>
            <a:ext cx="9045677" cy="1248544"/>
          </a:xfrm>
        </p:spPr>
        <p:txBody>
          <a:bodyPr>
            <a:normAutofit fontScale="90000"/>
          </a:bodyPr>
          <a:lstStyle/>
          <a:p>
            <a:r>
              <a:rPr lang="en-US" spc="-150" dirty="0" err="1"/>
              <a:t>SalonSearcher</a:t>
            </a:r>
            <a:endParaRPr lang="en-US" spc="-15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F83AB6-BCA3-C6BA-2EE8-4697E43442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947986"/>
            <a:ext cx="9144000" cy="1655762"/>
          </a:xfrm>
        </p:spPr>
        <p:txBody>
          <a:bodyPr/>
          <a:lstStyle/>
          <a:p>
            <a:r>
              <a:rPr lang="en-US" dirty="0"/>
              <a:t>Jordan Nolte and Alexis Alcaraz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F69442-4AC7-F5B2-AB92-CCC4747CE4D9}"/>
              </a:ext>
            </a:extLst>
          </p:cNvPr>
          <p:cNvSpPr txBox="1"/>
          <p:nvPr/>
        </p:nvSpPr>
        <p:spPr>
          <a:xfrm>
            <a:off x="7694927" y="2766355"/>
            <a:ext cx="40213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Book beauty 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Manage your business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062AAD-216E-29E6-3362-57C142BEF3A4}"/>
              </a:ext>
            </a:extLst>
          </p:cNvPr>
          <p:cNvSpPr txBox="1"/>
          <p:nvPr/>
        </p:nvSpPr>
        <p:spPr>
          <a:xfrm>
            <a:off x="597984" y="3141608"/>
            <a:ext cx="667657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What it does: </a:t>
            </a:r>
            <a:r>
              <a:rPr lang="en-US" sz="2400" dirty="0" err="1"/>
              <a:t>SalonSearcher</a:t>
            </a:r>
            <a:r>
              <a:rPr lang="en-US" sz="2400" dirty="0"/>
              <a:t> connects customers with local beauty professionals. Customers can browse book and review providers. Providers manage their profile, services, availability, and reviews.</a:t>
            </a:r>
          </a:p>
        </p:txBody>
      </p:sp>
    </p:spTree>
    <p:extLst>
      <p:ext uri="{BB962C8B-B14F-4D97-AF65-F5344CB8AC3E}">
        <p14:creationId xmlns:p14="http://schemas.microsoft.com/office/powerpoint/2010/main" val="3591184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9D681-87F8-DF4E-239C-43CD11264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Book, Find, and Review a Provider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8EB10-9B99-047F-EFC0-B4EABF270A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Browse and find providers</a:t>
            </a:r>
          </a:p>
          <a:p>
            <a:pPr lvl="1"/>
            <a:r>
              <a:rPr lang="en-US" sz="2400" dirty="0"/>
              <a:t>Search by service, style, budget, and rating</a:t>
            </a:r>
          </a:p>
          <a:p>
            <a:r>
              <a:rPr lang="en-US" sz="2400" dirty="0"/>
              <a:t>Create an account</a:t>
            </a:r>
          </a:p>
          <a:p>
            <a:pPr lvl="1"/>
            <a:r>
              <a:rPr lang="en-US" sz="2400" dirty="0"/>
              <a:t>Sign up, then view and edit your profile</a:t>
            </a:r>
          </a:p>
          <a:p>
            <a:r>
              <a:rPr lang="en-US" sz="2400" dirty="0"/>
              <a:t>Book an appointment</a:t>
            </a:r>
          </a:p>
          <a:p>
            <a:pPr lvl="1"/>
            <a:r>
              <a:rPr lang="en-US" sz="2400" dirty="0"/>
              <a:t>Choose a service, date, and time</a:t>
            </a:r>
          </a:p>
          <a:p>
            <a:pPr lvl="1"/>
            <a:r>
              <a:rPr lang="en-US" sz="2400" dirty="0"/>
              <a:t>View or cancel appointments</a:t>
            </a:r>
          </a:p>
          <a:p>
            <a:r>
              <a:rPr lang="en-US" sz="2400" dirty="0"/>
              <a:t>Leave a review</a:t>
            </a:r>
          </a:p>
          <a:p>
            <a:pPr lvl="1"/>
            <a:r>
              <a:rPr lang="en-US" sz="2400" dirty="0"/>
              <a:t>Rate and describe your experience after a service</a:t>
            </a:r>
          </a:p>
        </p:txBody>
      </p:sp>
    </p:spTree>
    <p:extLst>
      <p:ext uri="{BB962C8B-B14F-4D97-AF65-F5344CB8AC3E}">
        <p14:creationId xmlns:p14="http://schemas.microsoft.com/office/powerpoint/2010/main" val="2199631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1C50-F015-78C9-2271-55D7815FC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Manage Your Business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CEB2A-DD81-B158-6203-180258494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Create and customize profile</a:t>
            </a:r>
          </a:p>
          <a:p>
            <a:pPr lvl="1"/>
            <a:r>
              <a:rPr lang="en-US" sz="2400" dirty="0"/>
              <a:t>Create business name, category, location, and about section</a:t>
            </a:r>
          </a:p>
          <a:p>
            <a:r>
              <a:rPr lang="en-US" sz="2400" dirty="0"/>
              <a:t>View upcoming appointments</a:t>
            </a:r>
          </a:p>
          <a:p>
            <a:pPr lvl="1"/>
            <a:r>
              <a:rPr lang="en-US" sz="2400" dirty="0"/>
              <a:t>See what’s booked and when</a:t>
            </a:r>
          </a:p>
          <a:p>
            <a:r>
              <a:rPr lang="en-US" sz="2400" dirty="0"/>
              <a:t>Manage services and availability</a:t>
            </a:r>
          </a:p>
          <a:p>
            <a:pPr lvl="1"/>
            <a:r>
              <a:rPr lang="en-US" sz="2400" dirty="0"/>
              <a:t>Add services, edit pricing, and set hours</a:t>
            </a:r>
          </a:p>
          <a:p>
            <a:r>
              <a:rPr lang="en-US" sz="2400" dirty="0"/>
              <a:t>Respond to reviews</a:t>
            </a:r>
          </a:p>
          <a:p>
            <a:pPr lvl="1"/>
            <a:r>
              <a:rPr lang="en-US" sz="2400" dirty="0"/>
              <a:t>Read feedback and post a response</a:t>
            </a:r>
          </a:p>
        </p:txBody>
      </p:sp>
    </p:spTree>
    <p:extLst>
      <p:ext uri="{BB962C8B-B14F-4D97-AF65-F5344CB8AC3E}">
        <p14:creationId xmlns:p14="http://schemas.microsoft.com/office/powerpoint/2010/main" val="1162943534"/>
      </p:ext>
    </p:extLst>
  </p:cSld>
  <p:clrMapOvr>
    <a:masterClrMapping/>
  </p:clrMapOvr>
</p:sld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72D2B"/>
      </a:dk2>
      <a:lt2>
        <a:srgbClr val="F0EDE6"/>
      </a:lt2>
      <a:accent1>
        <a:srgbClr val="647E6B"/>
      </a:accent1>
      <a:accent2>
        <a:srgbClr val="476262"/>
      </a:accent2>
      <a:accent3>
        <a:srgbClr val="9B8C69"/>
      </a:accent3>
      <a:accent4>
        <a:srgbClr val="BA988C"/>
      </a:accent4>
      <a:accent5>
        <a:srgbClr val="A27C7C"/>
      </a:accent5>
      <a:accent6>
        <a:srgbClr val="79958B"/>
      </a:accent6>
      <a:hlink>
        <a:srgbClr val="476262"/>
      </a:hlink>
      <a:folHlink>
        <a:srgbClr val="A27C7C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7A434096-21D7-44B8-8536-5670F4990977}" vid="{9E2B180D-3A1B-4983-B64A-9C133C18DC91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06087BFFB9E7D419C2C1FF72FA2EFC1" ma:contentTypeVersion="11" ma:contentTypeDescription="Create a new document." ma:contentTypeScope="" ma:versionID="839564f48009a93bb304b8aa6009d9a2">
  <xsd:schema xmlns:xsd="http://www.w3.org/2001/XMLSchema" xmlns:xs="http://www.w3.org/2001/XMLSchema" xmlns:p="http://schemas.microsoft.com/office/2006/metadata/properties" xmlns:ns3="21fbb9b9-596b-4d24-941c-69e6c3e63dc3" targetNamespace="http://schemas.microsoft.com/office/2006/metadata/properties" ma:root="true" ma:fieldsID="958f3c89d6d85d53a9aed2c617b86584" ns3:_="">
    <xsd:import namespace="21fbb9b9-596b-4d24-941c-69e6c3e63dc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fbb9b9-596b-4d24-941c-69e6c3e63dc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1fbb9b9-596b-4d24-941c-69e6c3e63dc3" xsi:nil="true"/>
  </documentManagement>
</p:properties>
</file>

<file path=customXml/itemProps1.xml><?xml version="1.0" encoding="utf-8"?>
<ds:datastoreItem xmlns:ds="http://schemas.openxmlformats.org/officeDocument/2006/customXml" ds:itemID="{05AA2E58-880D-478B-BD74-0CD0E4368F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1fbb9b9-596b-4d24-941c-69e6c3e63dc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C41ACBE-1F73-40D5-9ABC-7A92AB6DF08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254DBC0-0C82-4FB3-BC5E-6F68B7632DCC}">
  <ds:schemaRefs>
    <ds:schemaRef ds:uri="http://schemas.microsoft.com/office/2006/metadata/properties"/>
    <ds:schemaRef ds:uri="http://schemas.microsoft.com/office/infopath/2007/PartnerControls"/>
    <ds:schemaRef ds:uri="21fbb9b9-596b-4d24-941c-69e6c3e63dc3"/>
  </ds:schemaRefs>
</ds:datastoreItem>
</file>

<file path=docMetadata/LabelInfo.xml><?xml version="1.0" encoding="utf-8"?>
<clbl:labelList xmlns:clbl="http://schemas.microsoft.com/office/2020/mipLabelMetadata">
  <clbl:label id="{a2761ec8-7198-4440-bea0-e9dd2af28b51}" enabled="1" method="Standard" siteId="{73e15cf5-5dbb-46af-a862-753916269d7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Dune</Template>
  <TotalTime>7</TotalTime>
  <Words>152</Words>
  <Application>Microsoft Office PowerPoint</Application>
  <PresentationFormat>Widescreen</PresentationFormat>
  <Paragraphs>24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Neue Haas Grotesk Text Pro</vt:lpstr>
      <vt:lpstr>Dune</vt:lpstr>
      <vt:lpstr>SalonSearcher</vt:lpstr>
      <vt:lpstr>Book, Find, and Review a Provider</vt:lpstr>
      <vt:lpstr>Manage Your Business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Jordan Nolte</dc:creator>
  <cp:lastModifiedBy>Jordan Nolte</cp:lastModifiedBy>
  <cp:revision>1</cp:revision>
  <dcterms:created xsi:type="dcterms:W3CDTF">2026-09-24T05:28:36Z</dcterms:created>
  <dcterms:modified xsi:type="dcterms:W3CDTF">2026-09-24T05:35:36Z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0x010100F06087BFFB9E7D419C2C1FF72FA2EFC1</vt:lpwstr>
  </property>
</Properties>
</file>